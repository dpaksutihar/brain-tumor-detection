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C366DA-4B4C-4B2C-AD70-6524136B0A08}" type="doc">
      <dgm:prSet loTypeId="urn:microsoft.com/office/officeart/2005/8/layout/process5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F4854BA8-11AA-42FC-BF81-1EC4C6CF08DC}">
      <dgm:prSet phldrT="[Text]"/>
      <dgm:spPr/>
      <dgm:t>
        <a:bodyPr/>
        <a:lstStyle/>
        <a:p>
          <a:pPr>
            <a:buNone/>
          </a:pPr>
          <a:r>
            <a: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Upload MRI</a:t>
          </a:r>
        </a:p>
      </dgm:t>
    </dgm:pt>
    <dgm:pt modelId="{95FBC426-594A-4160-AA79-F752BC7600A6}" type="parTrans" cxnId="{7E8663AB-0240-4A44-94C0-59BF1ED62567}">
      <dgm:prSet/>
      <dgm:spPr/>
      <dgm:t>
        <a:bodyPr/>
        <a:lstStyle/>
        <a:p>
          <a:endParaRPr lang="en-US"/>
        </a:p>
      </dgm:t>
    </dgm:pt>
    <dgm:pt modelId="{A8E21A0B-85FF-4EF8-9ADB-00D35E0E880B}" type="sibTrans" cxnId="{7E8663AB-0240-4A44-94C0-59BF1ED62567}">
      <dgm:prSet/>
      <dgm:spPr/>
      <dgm:t>
        <a:bodyPr/>
        <a:lstStyle/>
        <a:p>
          <a:endParaRPr lang="en-US"/>
        </a:p>
      </dgm:t>
    </dgm:pt>
    <dgm:pt modelId="{1C5C75E1-05F2-4FA4-AA6A-4393046F4EEB}">
      <dgm:prSet phldrT="[Text]"/>
      <dgm:spPr/>
      <dgm:t>
        <a:bodyPr/>
        <a:lstStyle/>
        <a:p>
          <a:pPr>
            <a:buNone/>
          </a:pPr>
          <a:r>
            <a: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Backend </a:t>
          </a:r>
          <a:br>
            <a: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(Classification &amp; Segmentation)</a:t>
          </a:r>
        </a:p>
      </dgm:t>
    </dgm:pt>
    <dgm:pt modelId="{1F0963BC-B56B-4041-BDDA-A83C907E099E}" type="parTrans" cxnId="{03C8C064-803A-49D3-9A29-3D195653BA7C}">
      <dgm:prSet/>
      <dgm:spPr/>
      <dgm:t>
        <a:bodyPr/>
        <a:lstStyle/>
        <a:p>
          <a:endParaRPr lang="en-US"/>
        </a:p>
      </dgm:t>
    </dgm:pt>
    <dgm:pt modelId="{690F91F1-0684-415F-AECB-5C4ECEA94507}" type="sibTrans" cxnId="{03C8C064-803A-49D3-9A29-3D195653BA7C}">
      <dgm:prSet/>
      <dgm:spPr/>
      <dgm:t>
        <a:bodyPr/>
        <a:lstStyle/>
        <a:p>
          <a:endParaRPr lang="en-US"/>
        </a:p>
      </dgm:t>
    </dgm:pt>
    <dgm:pt modelId="{E4BF378B-98A3-4843-837F-B6316E8EB3E0}">
      <dgm:prSet phldrT="[Text]"/>
      <dgm:spPr/>
      <dgm:t>
        <a:bodyPr/>
        <a:lstStyle/>
        <a:p>
          <a:pPr>
            <a:buNone/>
          </a:pPr>
          <a:r>
            <a: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Result Display</a:t>
          </a:r>
        </a:p>
      </dgm:t>
    </dgm:pt>
    <dgm:pt modelId="{CBA89E3C-1958-4AA3-B4ED-DCA96294B58C}" type="parTrans" cxnId="{61EACBF0-3D5E-47B1-BCF0-2BC90C0E5498}">
      <dgm:prSet/>
      <dgm:spPr/>
      <dgm:t>
        <a:bodyPr/>
        <a:lstStyle/>
        <a:p>
          <a:endParaRPr lang="en-US"/>
        </a:p>
      </dgm:t>
    </dgm:pt>
    <dgm:pt modelId="{68AEBE29-E0DC-405E-9581-6B0BF0685585}" type="sibTrans" cxnId="{61EACBF0-3D5E-47B1-BCF0-2BC90C0E5498}">
      <dgm:prSet/>
      <dgm:spPr/>
      <dgm:t>
        <a:bodyPr/>
        <a:lstStyle/>
        <a:p>
          <a:endParaRPr lang="en-US"/>
        </a:p>
      </dgm:t>
    </dgm:pt>
    <dgm:pt modelId="{451686B6-956B-4F99-8738-009E3F4FB946}">
      <dgm:prSet phldrT="[Text]"/>
      <dgm:spPr/>
      <dgm:t>
        <a:bodyPr/>
        <a:lstStyle/>
        <a:p>
          <a:pPr>
            <a:buNone/>
          </a:pPr>
          <a:r>
            <a: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Save in Patient Data </a:t>
          </a:r>
        </a:p>
      </dgm:t>
    </dgm:pt>
    <dgm:pt modelId="{7E64CC5A-327C-451D-8A73-08156D2E3628}" type="parTrans" cxnId="{7114886D-A429-46F4-A446-9B587BE991D0}">
      <dgm:prSet/>
      <dgm:spPr/>
      <dgm:t>
        <a:bodyPr/>
        <a:lstStyle/>
        <a:p>
          <a:endParaRPr lang="en-US"/>
        </a:p>
      </dgm:t>
    </dgm:pt>
    <dgm:pt modelId="{736FDCA9-8106-4919-BB0D-5CD4146634DE}" type="sibTrans" cxnId="{7114886D-A429-46F4-A446-9B587BE991D0}">
      <dgm:prSet/>
      <dgm:spPr/>
      <dgm:t>
        <a:bodyPr/>
        <a:lstStyle/>
        <a:p>
          <a:endParaRPr lang="en-US"/>
        </a:p>
      </dgm:t>
    </dgm:pt>
    <dgm:pt modelId="{8AA3BF9C-24CE-48EA-BBA6-0DFCBC6D89CB}">
      <dgm:prSet phldrT="[Text]" phldr="0"/>
      <dgm:spPr/>
      <dgm:t>
        <a:bodyPr/>
        <a:lstStyle/>
        <a:p>
          <a:r>
            <a: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View Patients Data </a:t>
          </a:r>
        </a:p>
      </dgm:t>
    </dgm:pt>
    <dgm:pt modelId="{8E40246A-C972-4F76-A3B1-8E66B06132AE}" type="parTrans" cxnId="{01987BF4-17A0-4EC8-B093-D346570CF34F}">
      <dgm:prSet/>
      <dgm:spPr/>
      <dgm:t>
        <a:bodyPr/>
        <a:lstStyle/>
        <a:p>
          <a:endParaRPr lang="en-US"/>
        </a:p>
      </dgm:t>
    </dgm:pt>
    <dgm:pt modelId="{9EDDF6BB-82CC-4C7A-BF1D-D30F2A4CD4DF}" type="sibTrans" cxnId="{01987BF4-17A0-4EC8-B093-D346570CF34F}">
      <dgm:prSet/>
      <dgm:spPr/>
      <dgm:t>
        <a:bodyPr/>
        <a:lstStyle/>
        <a:p>
          <a:endParaRPr lang="en-US"/>
        </a:p>
      </dgm:t>
    </dgm:pt>
    <dgm:pt modelId="{2E157B48-3BEF-4F9F-B9F7-9C31EAAC4E8D}" type="pres">
      <dgm:prSet presAssocID="{0AC366DA-4B4C-4B2C-AD70-6524136B0A08}" presName="diagram" presStyleCnt="0">
        <dgm:presLayoutVars>
          <dgm:dir/>
          <dgm:resizeHandles val="exact"/>
        </dgm:presLayoutVars>
      </dgm:prSet>
      <dgm:spPr/>
    </dgm:pt>
    <dgm:pt modelId="{52EBD41A-6C4E-459D-9265-E40EDE3237A1}" type="pres">
      <dgm:prSet presAssocID="{F4854BA8-11AA-42FC-BF81-1EC4C6CF08DC}" presName="node" presStyleLbl="node1" presStyleIdx="0" presStyleCnt="5" custLinFactNeighborX="-1713">
        <dgm:presLayoutVars>
          <dgm:bulletEnabled val="1"/>
        </dgm:presLayoutVars>
      </dgm:prSet>
      <dgm:spPr/>
    </dgm:pt>
    <dgm:pt modelId="{E47970D2-1F69-46E1-9034-0A23460BE8F0}" type="pres">
      <dgm:prSet presAssocID="{A8E21A0B-85FF-4EF8-9ADB-00D35E0E880B}" presName="sibTrans" presStyleLbl="sibTrans2D1" presStyleIdx="0" presStyleCnt="4"/>
      <dgm:spPr/>
    </dgm:pt>
    <dgm:pt modelId="{A60E2583-563B-4214-A43C-CE3871D4D74E}" type="pres">
      <dgm:prSet presAssocID="{A8E21A0B-85FF-4EF8-9ADB-00D35E0E880B}" presName="connectorText" presStyleLbl="sibTrans2D1" presStyleIdx="0" presStyleCnt="4"/>
      <dgm:spPr/>
    </dgm:pt>
    <dgm:pt modelId="{9B9602F7-C451-4A64-BFFB-AEDD1924BBD3}" type="pres">
      <dgm:prSet presAssocID="{1C5C75E1-05F2-4FA4-AA6A-4393046F4EEB}" presName="node" presStyleLbl="node1" presStyleIdx="1" presStyleCnt="5">
        <dgm:presLayoutVars>
          <dgm:bulletEnabled val="1"/>
        </dgm:presLayoutVars>
      </dgm:prSet>
      <dgm:spPr/>
    </dgm:pt>
    <dgm:pt modelId="{35D35F13-6707-46B5-8E07-A7594B35177E}" type="pres">
      <dgm:prSet presAssocID="{690F91F1-0684-415F-AECB-5C4ECEA94507}" presName="sibTrans" presStyleLbl="sibTrans2D1" presStyleIdx="1" presStyleCnt="4"/>
      <dgm:spPr/>
    </dgm:pt>
    <dgm:pt modelId="{7B9D1488-BE99-4E46-A420-164723654F47}" type="pres">
      <dgm:prSet presAssocID="{690F91F1-0684-415F-AECB-5C4ECEA94507}" presName="connectorText" presStyleLbl="sibTrans2D1" presStyleIdx="1" presStyleCnt="4"/>
      <dgm:spPr/>
    </dgm:pt>
    <dgm:pt modelId="{C843ABA9-6EAE-49B5-93FD-CD66C7ED86F3}" type="pres">
      <dgm:prSet presAssocID="{E4BF378B-98A3-4843-837F-B6316E8EB3E0}" presName="node" presStyleLbl="node1" presStyleIdx="2" presStyleCnt="5">
        <dgm:presLayoutVars>
          <dgm:bulletEnabled val="1"/>
        </dgm:presLayoutVars>
      </dgm:prSet>
      <dgm:spPr/>
    </dgm:pt>
    <dgm:pt modelId="{45CACBDF-5759-4B7F-9B07-277B95B3E0A7}" type="pres">
      <dgm:prSet presAssocID="{68AEBE29-E0DC-405E-9581-6B0BF0685585}" presName="sibTrans" presStyleLbl="sibTrans2D1" presStyleIdx="2" presStyleCnt="4"/>
      <dgm:spPr/>
    </dgm:pt>
    <dgm:pt modelId="{5535579C-1BB7-480C-8D4A-3467F1A9961C}" type="pres">
      <dgm:prSet presAssocID="{68AEBE29-E0DC-405E-9581-6B0BF0685585}" presName="connectorText" presStyleLbl="sibTrans2D1" presStyleIdx="2" presStyleCnt="4"/>
      <dgm:spPr/>
    </dgm:pt>
    <dgm:pt modelId="{AED41111-2B6C-48F2-989F-69D6B80FA83F}" type="pres">
      <dgm:prSet presAssocID="{451686B6-956B-4F99-8738-009E3F4FB946}" presName="node" presStyleLbl="node1" presStyleIdx="3" presStyleCnt="5">
        <dgm:presLayoutVars>
          <dgm:bulletEnabled val="1"/>
        </dgm:presLayoutVars>
      </dgm:prSet>
      <dgm:spPr/>
    </dgm:pt>
    <dgm:pt modelId="{8960BB12-2091-4D84-B60C-92BBC20EB418}" type="pres">
      <dgm:prSet presAssocID="{736FDCA9-8106-4919-BB0D-5CD4146634DE}" presName="sibTrans" presStyleLbl="sibTrans2D1" presStyleIdx="3" presStyleCnt="4"/>
      <dgm:spPr/>
    </dgm:pt>
    <dgm:pt modelId="{E0A69633-6CCB-46FA-9DF6-FF44D588A31D}" type="pres">
      <dgm:prSet presAssocID="{736FDCA9-8106-4919-BB0D-5CD4146634DE}" presName="connectorText" presStyleLbl="sibTrans2D1" presStyleIdx="3" presStyleCnt="4"/>
      <dgm:spPr/>
    </dgm:pt>
    <dgm:pt modelId="{2B114A27-EE8E-47B3-8596-DC493BDCD3F9}" type="pres">
      <dgm:prSet presAssocID="{8AA3BF9C-24CE-48EA-BBA6-0DFCBC6D89CB}" presName="node" presStyleLbl="node1" presStyleIdx="4" presStyleCnt="5">
        <dgm:presLayoutVars>
          <dgm:bulletEnabled val="1"/>
        </dgm:presLayoutVars>
      </dgm:prSet>
      <dgm:spPr/>
    </dgm:pt>
  </dgm:ptLst>
  <dgm:cxnLst>
    <dgm:cxn modelId="{AEB26501-8F02-48B5-B153-6E946917DF84}" type="presOf" srcId="{68AEBE29-E0DC-405E-9581-6B0BF0685585}" destId="{5535579C-1BB7-480C-8D4A-3467F1A9961C}" srcOrd="1" destOrd="0" presId="urn:microsoft.com/office/officeart/2005/8/layout/process5"/>
    <dgm:cxn modelId="{B927290E-56CF-44B8-8E75-5DEFA310056D}" type="presOf" srcId="{68AEBE29-E0DC-405E-9581-6B0BF0685585}" destId="{45CACBDF-5759-4B7F-9B07-277B95B3E0A7}" srcOrd="0" destOrd="0" presId="urn:microsoft.com/office/officeart/2005/8/layout/process5"/>
    <dgm:cxn modelId="{2F31451C-2B7D-414B-9991-F2111D9CF469}" type="presOf" srcId="{1C5C75E1-05F2-4FA4-AA6A-4393046F4EEB}" destId="{9B9602F7-C451-4A64-BFFB-AEDD1924BBD3}" srcOrd="0" destOrd="0" presId="urn:microsoft.com/office/officeart/2005/8/layout/process5"/>
    <dgm:cxn modelId="{DF325D23-9FF2-47A9-81D0-C9F45AE7690B}" type="presOf" srcId="{E4BF378B-98A3-4843-837F-B6316E8EB3E0}" destId="{C843ABA9-6EAE-49B5-93FD-CD66C7ED86F3}" srcOrd="0" destOrd="0" presId="urn:microsoft.com/office/officeart/2005/8/layout/process5"/>
    <dgm:cxn modelId="{31CD842B-EACA-41C5-B5B8-55E28AC7280F}" type="presOf" srcId="{8AA3BF9C-24CE-48EA-BBA6-0DFCBC6D89CB}" destId="{2B114A27-EE8E-47B3-8596-DC493BDCD3F9}" srcOrd="0" destOrd="0" presId="urn:microsoft.com/office/officeart/2005/8/layout/process5"/>
    <dgm:cxn modelId="{F70BD633-CF9F-4F14-8BE6-684953CC6E5E}" type="presOf" srcId="{0AC366DA-4B4C-4B2C-AD70-6524136B0A08}" destId="{2E157B48-3BEF-4F9F-B9F7-9C31EAAC4E8D}" srcOrd="0" destOrd="0" presId="urn:microsoft.com/office/officeart/2005/8/layout/process5"/>
    <dgm:cxn modelId="{9682273A-21D0-44E0-8FC5-D4EBF2FF93FA}" type="presOf" srcId="{690F91F1-0684-415F-AECB-5C4ECEA94507}" destId="{35D35F13-6707-46B5-8E07-A7594B35177E}" srcOrd="0" destOrd="0" presId="urn:microsoft.com/office/officeart/2005/8/layout/process5"/>
    <dgm:cxn modelId="{9C1EC33C-96E3-4116-9B4C-C0119EE4E0EC}" type="presOf" srcId="{A8E21A0B-85FF-4EF8-9ADB-00D35E0E880B}" destId="{E47970D2-1F69-46E1-9034-0A23460BE8F0}" srcOrd="0" destOrd="0" presId="urn:microsoft.com/office/officeart/2005/8/layout/process5"/>
    <dgm:cxn modelId="{92DCB15D-1FA3-4813-97C5-EB5C51884143}" type="presOf" srcId="{F4854BA8-11AA-42FC-BF81-1EC4C6CF08DC}" destId="{52EBD41A-6C4E-459D-9265-E40EDE3237A1}" srcOrd="0" destOrd="0" presId="urn:microsoft.com/office/officeart/2005/8/layout/process5"/>
    <dgm:cxn modelId="{03C8C064-803A-49D3-9A29-3D195653BA7C}" srcId="{0AC366DA-4B4C-4B2C-AD70-6524136B0A08}" destId="{1C5C75E1-05F2-4FA4-AA6A-4393046F4EEB}" srcOrd="1" destOrd="0" parTransId="{1F0963BC-B56B-4041-BDDA-A83C907E099E}" sibTransId="{690F91F1-0684-415F-AECB-5C4ECEA94507}"/>
    <dgm:cxn modelId="{7114886D-A429-46F4-A446-9B587BE991D0}" srcId="{0AC366DA-4B4C-4B2C-AD70-6524136B0A08}" destId="{451686B6-956B-4F99-8738-009E3F4FB946}" srcOrd="3" destOrd="0" parTransId="{7E64CC5A-327C-451D-8A73-08156D2E3628}" sibTransId="{736FDCA9-8106-4919-BB0D-5CD4146634DE}"/>
    <dgm:cxn modelId="{0E3AD2A3-4432-42AD-96B7-37B8562AAA7B}" type="presOf" srcId="{451686B6-956B-4F99-8738-009E3F4FB946}" destId="{AED41111-2B6C-48F2-989F-69D6B80FA83F}" srcOrd="0" destOrd="0" presId="urn:microsoft.com/office/officeart/2005/8/layout/process5"/>
    <dgm:cxn modelId="{7E8663AB-0240-4A44-94C0-59BF1ED62567}" srcId="{0AC366DA-4B4C-4B2C-AD70-6524136B0A08}" destId="{F4854BA8-11AA-42FC-BF81-1EC4C6CF08DC}" srcOrd="0" destOrd="0" parTransId="{95FBC426-594A-4160-AA79-F752BC7600A6}" sibTransId="{A8E21A0B-85FF-4EF8-9ADB-00D35E0E880B}"/>
    <dgm:cxn modelId="{B2CA8EC9-F15E-43B6-9D52-551263CF86AC}" type="presOf" srcId="{A8E21A0B-85FF-4EF8-9ADB-00D35E0E880B}" destId="{A60E2583-563B-4214-A43C-CE3871D4D74E}" srcOrd="1" destOrd="0" presId="urn:microsoft.com/office/officeart/2005/8/layout/process5"/>
    <dgm:cxn modelId="{F43C88DD-3D92-45BC-816E-91F67ADA7F5E}" type="presOf" srcId="{736FDCA9-8106-4919-BB0D-5CD4146634DE}" destId="{E0A69633-6CCB-46FA-9DF6-FF44D588A31D}" srcOrd="1" destOrd="0" presId="urn:microsoft.com/office/officeart/2005/8/layout/process5"/>
    <dgm:cxn modelId="{61EACBF0-3D5E-47B1-BCF0-2BC90C0E5498}" srcId="{0AC366DA-4B4C-4B2C-AD70-6524136B0A08}" destId="{E4BF378B-98A3-4843-837F-B6316E8EB3E0}" srcOrd="2" destOrd="0" parTransId="{CBA89E3C-1958-4AA3-B4ED-DCA96294B58C}" sibTransId="{68AEBE29-E0DC-405E-9581-6B0BF0685585}"/>
    <dgm:cxn modelId="{4E2418F1-87F3-45B0-A9FB-6C77316251B8}" type="presOf" srcId="{736FDCA9-8106-4919-BB0D-5CD4146634DE}" destId="{8960BB12-2091-4D84-B60C-92BBC20EB418}" srcOrd="0" destOrd="0" presId="urn:microsoft.com/office/officeart/2005/8/layout/process5"/>
    <dgm:cxn modelId="{01987BF4-17A0-4EC8-B093-D346570CF34F}" srcId="{0AC366DA-4B4C-4B2C-AD70-6524136B0A08}" destId="{8AA3BF9C-24CE-48EA-BBA6-0DFCBC6D89CB}" srcOrd="4" destOrd="0" parTransId="{8E40246A-C972-4F76-A3B1-8E66B06132AE}" sibTransId="{9EDDF6BB-82CC-4C7A-BF1D-D30F2A4CD4DF}"/>
    <dgm:cxn modelId="{FC116AFE-91F4-4CB6-96A1-9D37FD98FB6A}" type="presOf" srcId="{690F91F1-0684-415F-AECB-5C4ECEA94507}" destId="{7B9D1488-BE99-4E46-A420-164723654F47}" srcOrd="1" destOrd="0" presId="urn:microsoft.com/office/officeart/2005/8/layout/process5"/>
    <dgm:cxn modelId="{C180FDD6-BA41-4058-88B8-3D3932F5C7DB}" type="presParOf" srcId="{2E157B48-3BEF-4F9F-B9F7-9C31EAAC4E8D}" destId="{52EBD41A-6C4E-459D-9265-E40EDE3237A1}" srcOrd="0" destOrd="0" presId="urn:microsoft.com/office/officeart/2005/8/layout/process5"/>
    <dgm:cxn modelId="{670B8A5E-7E9F-4B51-9E29-138C6B02008D}" type="presParOf" srcId="{2E157B48-3BEF-4F9F-B9F7-9C31EAAC4E8D}" destId="{E47970D2-1F69-46E1-9034-0A23460BE8F0}" srcOrd="1" destOrd="0" presId="urn:microsoft.com/office/officeart/2005/8/layout/process5"/>
    <dgm:cxn modelId="{E4DEFF63-C849-4835-A3C3-A8CCFDEDD879}" type="presParOf" srcId="{E47970D2-1F69-46E1-9034-0A23460BE8F0}" destId="{A60E2583-563B-4214-A43C-CE3871D4D74E}" srcOrd="0" destOrd="0" presId="urn:microsoft.com/office/officeart/2005/8/layout/process5"/>
    <dgm:cxn modelId="{30DE8DD2-A094-41EF-8C39-4ACC0D3309E6}" type="presParOf" srcId="{2E157B48-3BEF-4F9F-B9F7-9C31EAAC4E8D}" destId="{9B9602F7-C451-4A64-BFFB-AEDD1924BBD3}" srcOrd="2" destOrd="0" presId="urn:microsoft.com/office/officeart/2005/8/layout/process5"/>
    <dgm:cxn modelId="{71F7373F-0382-4ACA-9FA2-E46EC024FCDF}" type="presParOf" srcId="{2E157B48-3BEF-4F9F-B9F7-9C31EAAC4E8D}" destId="{35D35F13-6707-46B5-8E07-A7594B35177E}" srcOrd="3" destOrd="0" presId="urn:microsoft.com/office/officeart/2005/8/layout/process5"/>
    <dgm:cxn modelId="{EC091409-0B66-44DD-8056-3D9FE756DE3F}" type="presParOf" srcId="{35D35F13-6707-46B5-8E07-A7594B35177E}" destId="{7B9D1488-BE99-4E46-A420-164723654F47}" srcOrd="0" destOrd="0" presId="urn:microsoft.com/office/officeart/2005/8/layout/process5"/>
    <dgm:cxn modelId="{5E875C61-814D-4D40-A2EA-927B6496DD65}" type="presParOf" srcId="{2E157B48-3BEF-4F9F-B9F7-9C31EAAC4E8D}" destId="{C843ABA9-6EAE-49B5-93FD-CD66C7ED86F3}" srcOrd="4" destOrd="0" presId="urn:microsoft.com/office/officeart/2005/8/layout/process5"/>
    <dgm:cxn modelId="{EFDBAAAA-3C15-4B88-A99E-86ED47FC6CEE}" type="presParOf" srcId="{2E157B48-3BEF-4F9F-B9F7-9C31EAAC4E8D}" destId="{45CACBDF-5759-4B7F-9B07-277B95B3E0A7}" srcOrd="5" destOrd="0" presId="urn:microsoft.com/office/officeart/2005/8/layout/process5"/>
    <dgm:cxn modelId="{15C6791D-AE51-460B-AC47-47E78E581E29}" type="presParOf" srcId="{45CACBDF-5759-4B7F-9B07-277B95B3E0A7}" destId="{5535579C-1BB7-480C-8D4A-3467F1A9961C}" srcOrd="0" destOrd="0" presId="urn:microsoft.com/office/officeart/2005/8/layout/process5"/>
    <dgm:cxn modelId="{1422ACF0-6EFE-414E-B158-B8B938FAB279}" type="presParOf" srcId="{2E157B48-3BEF-4F9F-B9F7-9C31EAAC4E8D}" destId="{AED41111-2B6C-48F2-989F-69D6B80FA83F}" srcOrd="6" destOrd="0" presId="urn:microsoft.com/office/officeart/2005/8/layout/process5"/>
    <dgm:cxn modelId="{BB04DFD7-7F9E-40A6-A4B6-32352EF4E955}" type="presParOf" srcId="{2E157B48-3BEF-4F9F-B9F7-9C31EAAC4E8D}" destId="{8960BB12-2091-4D84-B60C-92BBC20EB418}" srcOrd="7" destOrd="0" presId="urn:microsoft.com/office/officeart/2005/8/layout/process5"/>
    <dgm:cxn modelId="{F9DFDE4B-7199-42A5-A3A6-4D2726641BAA}" type="presParOf" srcId="{8960BB12-2091-4D84-B60C-92BBC20EB418}" destId="{E0A69633-6CCB-46FA-9DF6-FF44D588A31D}" srcOrd="0" destOrd="0" presId="urn:microsoft.com/office/officeart/2005/8/layout/process5"/>
    <dgm:cxn modelId="{8010D7A5-AEB1-412B-B9EC-7BE6B4799FFB}" type="presParOf" srcId="{2E157B48-3BEF-4F9F-B9F7-9C31EAAC4E8D}" destId="{2B114A27-EE8E-47B3-8596-DC493BDCD3F9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EBD41A-6C4E-459D-9265-E40EDE3237A1}">
      <dsp:nvSpPr>
        <dsp:cNvPr id="0" name=""/>
        <dsp:cNvSpPr/>
      </dsp:nvSpPr>
      <dsp:spPr>
        <a:xfrm>
          <a:off x="0" y="1001183"/>
          <a:ext cx="2135187" cy="1281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Upload MRI</a:t>
          </a:r>
        </a:p>
      </dsp:txBody>
      <dsp:txXfrm>
        <a:off x="37522" y="1038705"/>
        <a:ext cx="2060143" cy="1206068"/>
      </dsp:txXfrm>
    </dsp:sp>
    <dsp:sp modelId="{E47970D2-1F69-46E1-9034-0A23460BE8F0}">
      <dsp:nvSpPr>
        <dsp:cNvPr id="0" name=""/>
        <dsp:cNvSpPr/>
      </dsp:nvSpPr>
      <dsp:spPr>
        <a:xfrm>
          <a:off x="2324655" y="1376976"/>
          <a:ext cx="456445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324655" y="1482881"/>
        <a:ext cx="319512" cy="317716"/>
      </dsp:txXfrm>
    </dsp:sp>
    <dsp:sp modelId="{9B9602F7-C451-4A64-BFFB-AEDD1924BBD3}">
      <dsp:nvSpPr>
        <dsp:cNvPr id="0" name=""/>
        <dsp:cNvSpPr/>
      </dsp:nvSpPr>
      <dsp:spPr>
        <a:xfrm>
          <a:off x="2996406" y="1001183"/>
          <a:ext cx="2135187" cy="1281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Backend </a:t>
          </a:r>
          <a:br>
            <a:rPr lang="en-US" sz="2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n-US" sz="2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(Classification &amp; Segmentation)</a:t>
          </a:r>
        </a:p>
      </dsp:txBody>
      <dsp:txXfrm>
        <a:off x="3033928" y="1038705"/>
        <a:ext cx="2060143" cy="1206068"/>
      </dsp:txXfrm>
    </dsp:sp>
    <dsp:sp modelId="{35D35F13-6707-46B5-8E07-A7594B35177E}">
      <dsp:nvSpPr>
        <dsp:cNvPr id="0" name=""/>
        <dsp:cNvSpPr/>
      </dsp:nvSpPr>
      <dsp:spPr>
        <a:xfrm>
          <a:off x="5319490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319490" y="1482881"/>
        <a:ext cx="316861" cy="317716"/>
      </dsp:txXfrm>
    </dsp:sp>
    <dsp:sp modelId="{C843ABA9-6EAE-49B5-93FD-CD66C7ED86F3}">
      <dsp:nvSpPr>
        <dsp:cNvPr id="0" name=""/>
        <dsp:cNvSpPr/>
      </dsp:nvSpPr>
      <dsp:spPr>
        <a:xfrm>
          <a:off x="5985668" y="1001183"/>
          <a:ext cx="2135187" cy="1281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Result Display</a:t>
          </a:r>
        </a:p>
      </dsp:txBody>
      <dsp:txXfrm>
        <a:off x="6023190" y="1038705"/>
        <a:ext cx="2060143" cy="1206068"/>
      </dsp:txXfrm>
    </dsp:sp>
    <dsp:sp modelId="{45CACBDF-5759-4B7F-9B07-277B95B3E0A7}">
      <dsp:nvSpPr>
        <dsp:cNvPr id="0" name=""/>
        <dsp:cNvSpPr/>
      </dsp:nvSpPr>
      <dsp:spPr>
        <a:xfrm rot="5400000">
          <a:off x="6826932" y="2431759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6894404" y="2470192"/>
        <a:ext cx="317716" cy="316861"/>
      </dsp:txXfrm>
    </dsp:sp>
    <dsp:sp modelId="{AED41111-2B6C-48F2-989F-69D6B80FA83F}">
      <dsp:nvSpPr>
        <dsp:cNvPr id="0" name=""/>
        <dsp:cNvSpPr/>
      </dsp:nvSpPr>
      <dsp:spPr>
        <a:xfrm>
          <a:off x="5985668" y="3136371"/>
          <a:ext cx="2135187" cy="1281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Save in Patient Data </a:t>
          </a:r>
        </a:p>
      </dsp:txBody>
      <dsp:txXfrm>
        <a:off x="6023190" y="3173893"/>
        <a:ext cx="2060143" cy="1206068"/>
      </dsp:txXfrm>
    </dsp:sp>
    <dsp:sp modelId="{8960BB12-2091-4D84-B60C-92BBC20EB418}">
      <dsp:nvSpPr>
        <dsp:cNvPr id="0" name=""/>
        <dsp:cNvSpPr/>
      </dsp:nvSpPr>
      <dsp:spPr>
        <a:xfrm rot="10800000">
          <a:off x="5345112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5480910" y="3618068"/>
        <a:ext cx="316861" cy="317716"/>
      </dsp:txXfrm>
    </dsp:sp>
    <dsp:sp modelId="{2B114A27-EE8E-47B3-8596-DC493BDCD3F9}">
      <dsp:nvSpPr>
        <dsp:cNvPr id="0" name=""/>
        <dsp:cNvSpPr/>
      </dsp:nvSpPr>
      <dsp:spPr>
        <a:xfrm>
          <a:off x="2996406" y="3136370"/>
          <a:ext cx="2135187" cy="128111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View Patients Data </a:t>
          </a:r>
        </a:p>
      </dsp:txBody>
      <dsp:txXfrm>
        <a:off x="3033928" y="3173892"/>
        <a:ext cx="2060143" cy="12060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B854-3E26-DB7A-B06C-94D13A956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0C7AA-C746-3B6C-80DB-CD1CCFC85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F3933-5D3C-517E-D0DF-BEA457541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EBD6-C50A-26F5-A434-2BFE4B4A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9D6BE-A373-835E-A4AF-12BA973A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2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E572-9ED4-0F81-6A1F-5C95504A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61C1-D07D-EF2C-EA26-7220ABB3A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BB423-2C25-2320-8628-2CFEE5F2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3ABFB-89A3-6257-E7E8-600A2ABDC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B012-C404-9A42-508E-124322B9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9533A-0027-AF12-8230-F3F05642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BF825-63EA-C8E0-87B1-83BAA1ECA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B2C60-5BD4-10EB-DACA-CD9C248A6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5D22-0BDC-5165-8342-E237FA48D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E61BB-48D6-41DF-6D4A-FF89FA6A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6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8DE7-54DF-031C-340D-9F54DCAD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557C8-BD29-6AEA-C778-2107AA86C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931B3-4CCA-0EF7-154E-CA423CFB6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3885C-1280-2081-B307-4821E0700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DEDE7-07EA-DEC5-CE82-1F352985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4360E1-D266-D149-AFEE-4B5AAE00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6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176E-5AAB-C2A6-30D7-106918FB0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2E21A-EDF0-362E-BE91-3E1F72044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07484-6482-A3E9-3E37-A3EA8650E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F4179E-C758-D392-C454-41E27B5D1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D598D-9449-8B67-0EE3-548170EEE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490A3-BE92-EE8C-46A3-5443CA47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85D8DF-084A-6F6D-E0A5-3461DF30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251C79-EF44-9484-7021-76999976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05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490C-F162-38A2-E7BE-C0AC2390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18752-3405-8C2A-B15E-104740C1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0B51B-D585-5340-E08B-DF26156A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64468-1AC4-689D-27D9-35A0C5DDE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4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05F86-20D4-4957-A2B3-7BFF1EA4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7CC77-9CDE-B0CE-4317-914B616C2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588E3-D02B-1161-3AB8-C725AB683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9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D9BD-A9B6-8C61-02AB-77D64B234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A40B-5FF3-2188-3C8E-FBF20FB91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DB1BE-A30E-7112-B906-84550CBCA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5D9DC-0292-DEAB-4DCF-3DBCC5E2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C9A9D-49CD-75A1-C008-FB327CC0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DEED-82C6-6F53-117F-235B4966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0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4D1C-BD0A-8977-AA4B-5DD22C3FC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08D38-B25F-C59A-A69A-C2A570D46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AB1CBD-BF3C-7B0E-C18D-4C87192BE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4CDB1-CD1E-9FBA-B3FD-4E66C206A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72690-6D28-2C40-5619-23F278C8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C7958-2920-6DAF-49C4-913DC1B7B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82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EEAA-C56A-1D22-CE47-65EC6C07E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2682F-B3BA-B134-4E5D-B63E664A4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7F0D8-5B91-8E8B-19DB-DDC3D2CC1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3E203-101F-7D0C-6E12-1B5244222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94AE1-C342-C4E0-CC40-0C32F7FEA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5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D5E692-538D-23DF-E049-6AACBBB9B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37BA9-3B4E-98B4-DF4A-08CFC2811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D7654-4030-B2D7-BEA9-364A615C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55175-DCDA-16EA-EDDB-A59F3AE81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FF99D-5667-4D50-279B-C9935BFC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1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5DEC8-EDA9-B54A-2F79-858F5092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453AF-0533-B8D7-FB8D-716703442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72E4E-8152-7AE2-5692-86DD54C25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DBBA3-99D8-4044-A42F-B8CF50341933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352E-9B50-3297-59AF-4211C9746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E14DF-2038-664C-468D-FE5AE1536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B39CD-66EA-4A54-9179-26E042860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6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C518DD1-FAF9-E351-1642-21AC20B405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020486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8195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Rehan Naeem</dc:creator>
  <cp:lastModifiedBy>Rehan Naeem</cp:lastModifiedBy>
  <cp:revision>4</cp:revision>
  <dcterms:created xsi:type="dcterms:W3CDTF">2025-12-05T13:48:42Z</dcterms:created>
  <dcterms:modified xsi:type="dcterms:W3CDTF">2025-12-05T13:54:14Z</dcterms:modified>
</cp:coreProperties>
</file>